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12192000" cy="6858000" type="screen16x9"/>
  <p:notesSz cx="6858000" cy="9144000"/>
  <p:defaultTextStyle/>
</p:presentation>
</file>

<file path=ppt/presProps.xml><?xml version="1.0" encoding="utf-8"?>
<p:presProps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p:tblStyleLst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ops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</p:bgPr>
    </p:bg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ro"/>
          <p:cNvSpPr/>
          <p:nvPr/>
        </p:nvSpPr>
        <p:spPr>
          <a:xfrm>
            <a:off x="530000" y="420000"/>
            <a:ext cx="11100000" cy="1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Accent"/>
          <p:cNvSpPr/>
          <p:nvPr/>
        </p:nvSpPr>
        <p:spPr>
          <a:xfrm>
            <a:off x="530000" y="2600000"/>
            <a:ext cx="11100000" cy="120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ibbonBlack"/>
          <p:cNvSpPr/>
          <p:nvPr/>
        </p:nvSpPr>
        <p:spPr>
          <a:xfrm>
            <a:off x="0" y="6598000"/>
            <a:ext cx="12192000" cy="7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ibbonRed"/>
          <p:cNvSpPr/>
          <p:nvPr/>
        </p:nvSpPr>
        <p:spPr>
          <a:xfrm>
            <a:off x="0" y="6688000"/>
            <a:ext cx="12192000" cy="7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ibbonGreen"/>
          <p:cNvSpPr/>
          <p:nvPr/>
        </p:nvSpPr>
        <p:spPr>
          <a:xfrm>
            <a:off x="0" y="6778000"/>
            <a:ext cx="12192000" cy="7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rand"/>
          <p:cNvSpPr txBox="1"/>
          <p:nvPr/>
        </p:nvSpPr>
        <p:spPr>
          <a:xfrm>
            <a:off x="900000" y="700000"/>
            <a:ext cx="2500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FFFFFF"/>
                </a:solidFill>
              </a:rPr>
              <a:t>AFYALINK</a:t>
            </a:r>
            <a:endParaRPr lang="en-US" sz="2400" dirty="0"/>
          </a:p>
        </p:txBody>
      </p:sp>
      <p:sp>
        <p:nvSpPr>
          <p:cNvPr id="9" name="Title"/>
          <p:cNvSpPr txBox="1"/>
          <p:nvPr/>
        </p:nvSpPr>
        <p:spPr>
          <a:xfrm>
            <a:off x="900000" y="1150000"/>
            <a:ext cx="95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smtClean="0" b="1">
                <a:solidFill>
                  <a:srgbClr val="FFFFFF"/>
                </a:solidFill>
              </a:rPr>
              <a:t>AFYALINK</a:t>
            </a:r>
            <a:endParaRPr lang="en-US" sz="2800" dirty="0"/>
          </a:p>
        </p:txBody>
      </p:sp>
      <p:sp>
        <p:nvSpPr>
          <p:cNvPr id="10" name="Subtitle"/>
          <p:cNvSpPr txBox="1"/>
          <p:nvPr/>
        </p:nvSpPr>
        <p:spPr>
          <a:xfrm>
            <a:off x="900000" y="1800000"/>
            <a:ext cx="9000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700" dirty="0" smtClean="0">
                <a:solidFill>
                  <a:srgbClr val="CBD5E1"/>
                </a:solidFill>
              </a:rPr>
              <a:t>Teaching Hospital / University Partnership</a:t>
            </a:r>
            <a:endParaRPr lang="en-US" sz="1700" dirty="0"/>
          </a:p>
        </p:txBody>
      </p:sp>
      <p:sp>
        <p:nvSpPr>
          <p:cNvPr id="11" name="Deck"/>
          <p:cNvSpPr txBox="1"/>
          <p:nvPr/>
        </p:nvSpPr>
        <p:spPr>
          <a:xfrm>
            <a:off x="900000" y="2850000"/>
            <a:ext cx="3000000" cy="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FFFFFF"/>
                </a:solidFill>
              </a:rPr>
              <a:t>AfyaLink proposal deck</a:t>
            </a:r>
            <a:endParaRPr lang="en-US" sz="1600" dirty="0"/>
          </a:p>
        </p:txBody>
      </p:sp>
      <p:sp>
        <p:nvSpPr>
          <p:cNvPr id="12" name="Founder"/>
          <p:cNvSpPr txBox="1"/>
          <p:nvPr/>
        </p:nvSpPr>
        <p:spPr>
          <a:xfrm>
            <a:off x="900000" y="4200000"/>
            <a:ext cx="45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1F2937"/>
                </a:solidFill>
              </a:rPr>
              <a:t>JOSEPH OGWE WERE
Founder &amp; CEO
0712462780
werejosephogwe@gmail.com</a:t>
            </a:r>
            <a:endParaRPr lang="en-US" sz="1400" dirty="0"/>
          </a:p>
        </p:txBody>
      </p:sp>
      <p:sp>
        <p:nvSpPr>
          <p:cNvPr id="13" name="Company"/>
          <p:cNvSpPr txBox="1"/>
          <p:nvPr/>
        </p:nvSpPr>
        <p:spPr>
          <a:xfrm>
            <a:off x="6200000" y="4200000"/>
            <a:ext cx="42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1F2937"/>
                </a:solidFill>
              </a:rPr>
              <a:t>AfyaLink by Goldege
0740564077
goldegelabs@gmail.com
Nairobi, Kenya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Teaching Hospital / University Partnership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AfyaLink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Integrated Hospital Operations and Clinical Workflow Platform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08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University Research, Training, and Teaching Hospital Partnership Proposal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Teaching Hospital / University Partnership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Founder Introduction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is being developed as a unified hospital operations platform that brings together healthcare workflow management, workforce administration, diagnostics coordination, patient continuity, and governance controls in one system.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Teaching Hospital / University Partnership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It is well suited for teaching hospitals and university-linked healthcare environments where administration, care delivery, staff training, and operational reporting need to work together.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1. Project Overview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is a multi-module healthcare platform composed of: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Frontend role-based dashboards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Backend workflow and governance services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1. Project Overview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Hospital administration and staff management tools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Clinical flow modules for consultation, labs, imaging, pharmacy, and therapy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Patient, community, and transfer continuity workflows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1. Project Overview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Audit, compliance, observability, and readiness tooling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The platform is designed for complex healthcare environments with many user roles and departments.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2. Vision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To build a practical, scalable hospital digital operations platform that can serve teaching hospitals, university medical centers, and multi-facility health systems across Kenya and beyond.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3. Problem Statement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Teaching hospitals and university health environments often face: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Fragmented administrative and clinical systems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Slow coordination between departments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3. Problem Statement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Weak visibility into operational bottlenecks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Limited training alignment across roles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Poor continuity between inpatient, outpatient, diagnostic, and community workflows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3. Problem Statement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High reporting and compliance burden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As these institutions grow, disconnected tools make learning, service delivery, and operations harder to coordinate.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4. AfyaLink Solution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provides: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Role-specific dashboards for each operational and clinical function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Staff, approvals, training, and payroll workflows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4. AfyaLink Solution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Appointment, queue, consultation, and patient tracking flows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Diagnostics and medication coordination across departments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Transfer, referral, and follow-up continuity support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4. AfyaLink Solution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Governance, audit, and readiness controls for serious operational environments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5. Why This Fits Teaching Hospitals and Universities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5.1 Real Operational Training Environment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Students, interns, clinicians, and administrators can learn within realistic workflow structures.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5. Why This Fits Teaching Hospitals and Universities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5.2 Cross-Department Visibility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Supports better collaboration across wards, labs, pharmacy, imaging, and administration.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5. Why This Fits Teaching Hospitals and Universities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5.3 Research and Process Improvement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Provides a strong base for workflow analytics, service quality measurement, and operational innovation.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5. Why This Fits Teaching Hospitals and Universities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5.4 Digital Transformation Foundation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Can support institutional modernization without requiring separate systems for every team.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6. Potential University / Teaching Hospital Use Cases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Teaching hospital administration and branch oversight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Clinical workflow simulation and operational training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Patient throughput and service quality analytics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6. Potential University / Teaching Hospital Use Cases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Internship and staff onboarding playbooks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Department coordination for diagnostics and pharmacy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Referral continuity across partner hospitals and community settings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6. Potential University / Teaching Hospital Use Cases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Applied research on hospital productivity and digital health operations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7. Platform Differentiators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emphasizes: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Role depth across both clinical and non-clinical teams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One-platform visibility for hospital operations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7. Platform Differentiators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Transfer and continuity thinking rather than isolated records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Compliance, audit, and readiness-by-design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Mobile and dashboard-oriented workflows for everyday users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8. Partnership Proposal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propose collaboration with a teaching hospital or university in three stages:</a:t>
            </a:r>
            <a:endParaRPr lang="en-US" sz="1400" dirty="0"/>
          </a:p>
        </p:txBody>
      </p:sp>
      <p:sp>
        <p:nvSpPr>
          <p:cNvPr id="10" name="H310"/>
          <p:cNvSpPr txBox="1"/>
          <p:nvPr/>
        </p:nvSpPr>
        <p:spPr>
          <a:xfrm>
            <a:off x="800000" y="176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Stage 1 — Discovery and Workflow Mapping</a:t>
            </a:r>
            <a:endParaRPr lang="en-US" sz="16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08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Map current departments and top operational pain points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8. Partnership Proposal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Select pilot workflows and participating teams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Define academic, clinical, and administrative objectives</a:t>
            </a:r>
            <a:endParaRPr lang="en-US" sz="1400" dirty="0"/>
          </a:p>
        </p:txBody>
      </p:sp>
      <p:sp>
        <p:nvSpPr>
          <p:cNvPr id="11" name="H311"/>
          <p:cNvSpPr txBox="1"/>
          <p:nvPr/>
        </p:nvSpPr>
        <p:spPr>
          <a:xfrm>
            <a:off x="800000" y="212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Stage 2 — Controlled Pilot</a:t>
            </a:r>
            <a:endParaRPr lang="en-US" sz="16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8. Partnership Proposal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Deploy AfyaLink in selected units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Train administrators and clinical users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Monitor queue, turnaround, and workflow adoption metrics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8. Partnership Proposal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Stage 3 — Institutional Scale-Up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Expand to more departments and facilities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08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Introduce analytics, continuity, and command-center features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8. Partnership Proposal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Build institutional case studies and research outputs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9. Value to the Partner Institution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Expected value includes: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Better coordination across care and administration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Improved training consistency across roles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9. Value to the Partner Institution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Stronger operational data for leadership decisions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More efficient patient and staff workflow management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 platform base for innovation, research, and digital transformation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10. What We Are Requesting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are seeking: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 teaching hospital or university pilot partner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Workflow design collaboration with department leaders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10. What We Are Requesting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Access to non-sensitive process requirements for system shaping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Joint innovation, validation, and case-study development support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11. Current Development Status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currently includes or documents: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Broad role-based dashboard coverage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Global feature and workflow registry planning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11. Current Development Status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Training playbooks by role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Governance, readiness, and failover planning assets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Interoperability-focused continuity design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11. Current Development Status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Foundations for future AI-assisted operations through NeuroEdge integration planning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12. Roadmap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2026 — Pilot with teaching hospital or university-linked facility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2027 — Expand to multi-department institutional deployment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2028 — Add deeper analytics, continuity scoring, and regional collaboration features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12. Roadmap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2029 — Replicate model across more academic and hospital partners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Teaching Hospital / University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D4ED8"/>
                </a:solidFill>
              </a:rPr>
              <a:t>13. Closing Statement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can help teaching hospitals and university healthcare environments move from fragmented tools to a more connected operating model for care delivery, workforce coordination, and digital transformation.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welcome the opportunity to pilot AfyaLink with an institution committed to healthcare innovation, training excellence, and operational improvement.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yaLink Theme">
  <a:themeElements>
    <a:clrScheme name="Custom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14B8A6"/>
      </a:accent2>
      <a:accent3>
        <a:srgbClr val="1D4ED8"/>
      </a:accent3>
      <a:accent4>
        <a:srgbClr val="166534"/>
      </a:accent4>
      <a:accent5>
        <a:srgbClr val="DC2626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AfyaLink Proposal Deck</dc:title>
  <dc:creator>OpenAI Codex</dc:creator>
</cp:coreProperties>
</file>