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x="12192000" cy="6858000" type="screen16x9"/>
  <p:notesSz cx="6858000" cy="9144000"/>
  <p:defaultTextStyle/>
</p:presentation>
</file>

<file path=ppt/presProps.xml><?xml version="1.0" encoding="utf-8"?>
<p:presProps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p:tblStyleLst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ops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</p:bgPr>
    </p:bg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ro"/>
          <p:cNvSpPr/>
          <p:nvPr/>
        </p:nvSpPr>
        <p:spPr>
          <a:xfrm>
            <a:off x="530000" y="420000"/>
            <a:ext cx="11100000" cy="17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Accent"/>
          <p:cNvSpPr/>
          <p:nvPr/>
        </p:nvSpPr>
        <p:spPr>
          <a:xfrm>
            <a:off x="530000" y="2600000"/>
            <a:ext cx="11100000" cy="120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ibbonBlack"/>
          <p:cNvSpPr/>
          <p:nvPr/>
        </p:nvSpPr>
        <p:spPr>
          <a:xfrm>
            <a:off x="0" y="6598000"/>
            <a:ext cx="12192000" cy="7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ibbonRed"/>
          <p:cNvSpPr/>
          <p:nvPr/>
        </p:nvSpPr>
        <p:spPr>
          <a:xfrm>
            <a:off x="0" y="6688000"/>
            <a:ext cx="12192000" cy="7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ibbonGreen"/>
          <p:cNvSpPr/>
          <p:nvPr/>
        </p:nvSpPr>
        <p:spPr>
          <a:xfrm>
            <a:off x="0" y="6778000"/>
            <a:ext cx="12192000" cy="7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rand"/>
          <p:cNvSpPr txBox="1"/>
          <p:nvPr/>
        </p:nvSpPr>
        <p:spPr>
          <a:xfrm>
            <a:off x="900000" y="700000"/>
            <a:ext cx="2500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FFFFFF"/>
                </a:solidFill>
              </a:rPr>
              <a:t>AFYALINK</a:t>
            </a:r>
            <a:endParaRPr lang="en-US" sz="2400" dirty="0"/>
          </a:p>
        </p:txBody>
      </p:sp>
      <p:sp>
        <p:nvSpPr>
          <p:cNvPr id="9" name="Title"/>
          <p:cNvSpPr txBox="1"/>
          <p:nvPr/>
        </p:nvSpPr>
        <p:spPr>
          <a:xfrm>
            <a:off x="900000" y="1150000"/>
            <a:ext cx="950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smtClean="0" b="1">
                <a:solidFill>
                  <a:srgbClr val="FFFFFF"/>
                </a:solidFill>
              </a:rPr>
              <a:t>AFYALINK</a:t>
            </a:r>
            <a:endParaRPr lang="en-US" sz="2800" dirty="0"/>
          </a:p>
        </p:txBody>
      </p:sp>
      <p:sp>
        <p:nvSpPr>
          <p:cNvPr id="10" name="Subtitle"/>
          <p:cNvSpPr txBox="1"/>
          <p:nvPr/>
        </p:nvSpPr>
        <p:spPr>
          <a:xfrm>
            <a:off x="900000" y="1800000"/>
            <a:ext cx="9000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700" dirty="0" smtClean="0">
                <a:solidFill>
                  <a:srgbClr val="CBD5E1"/>
                </a:solidFill>
              </a:rPr>
              <a:t>County Government Partnership</a:t>
            </a:r>
            <a:endParaRPr lang="en-US" sz="1700" dirty="0"/>
          </a:p>
        </p:txBody>
      </p:sp>
      <p:sp>
        <p:nvSpPr>
          <p:cNvPr id="11" name="Deck"/>
          <p:cNvSpPr txBox="1"/>
          <p:nvPr/>
        </p:nvSpPr>
        <p:spPr>
          <a:xfrm>
            <a:off x="900000" y="2850000"/>
            <a:ext cx="3000000" cy="4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FFFFFF"/>
                </a:solidFill>
              </a:rPr>
              <a:t>AfyaLink proposal deck</a:t>
            </a:r>
            <a:endParaRPr lang="en-US" sz="1600" dirty="0"/>
          </a:p>
        </p:txBody>
      </p:sp>
      <p:sp>
        <p:nvSpPr>
          <p:cNvPr id="12" name="Founder"/>
          <p:cNvSpPr txBox="1"/>
          <p:nvPr/>
        </p:nvSpPr>
        <p:spPr>
          <a:xfrm>
            <a:off x="900000" y="4200000"/>
            <a:ext cx="450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1F2937"/>
                </a:solidFill>
              </a:rPr>
              <a:t>JOSEPH OGWE WERE
Founder &amp; CEO
0712462780
werejosephogwe@gmail.com</a:t>
            </a:r>
            <a:endParaRPr lang="en-US" sz="1400" dirty="0"/>
          </a:p>
        </p:txBody>
      </p:sp>
      <p:sp>
        <p:nvSpPr>
          <p:cNvPr id="13" name="Company"/>
          <p:cNvSpPr txBox="1"/>
          <p:nvPr/>
        </p:nvSpPr>
        <p:spPr>
          <a:xfrm>
            <a:off x="6200000" y="4200000"/>
            <a:ext cx="420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1F2937"/>
                </a:solidFill>
              </a:rPr>
              <a:t>AfyaLink by Goldege
0740564077
goldegelabs@gmail.com
Nairobi, Kenya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County Government Partnership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111827"/>
                </a:solidFill>
              </a:rPr>
              <a:t>AfyaLink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County Health Operations and Hospital Coordination Platform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08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County Government Partnership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is a hospital operations and workforce platform built to improve how county health systems coordinate administration, staffing, patient flow, diagnostics, referrals, and reporting across facilities.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It helps county governments move from fragmented hospital processes to a more standardized, trackable, and scalable digital operating model.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We are seeking county-level pilot collaboration to deploy AfyaLink across selected facilities and strengthen service delivery performance.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1. Vision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To help county governments run more efficient, accountable, and connected health systems through a unified platform for hospital operations and workforce management.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2. County Health Challenges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County facilities often face: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Fragmented administrative workflows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Slow approvals and staffing coordination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2. County Health Challenges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Limited visibility into queues, bottlenecks, and service delays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Weak referral continuity between lower and higher-level facilities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Inconsistent reporting across facilities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2. County Health Challenges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Difficulty standardizing operational processes county-wide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These gaps reduce service quality and make health systems harder to manage at scale.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3. AfyaLink Solution for Counties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supports: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Facility-level dashboards for day-to-day operations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Hospital admin, HR, payroll, diagnostics, pharmacy, and patient-facing workflows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3. AfyaLink Solution for Counties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Referral and transfer continuity patterns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Government hospital registry and verification-friendly processes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Training, readiness, and operational governance support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3. AfyaLink Solution for Counties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Analytics foundations for cross-facility monitoring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4. County-Level Value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111827"/>
                </a:solidFill>
              </a:rPr>
              <a:t>4.1 Standardized Hospital Operations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Creates repeatable operating workflows across county facilities.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4. County-Level Value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111827"/>
                </a:solidFill>
              </a:rPr>
              <a:t>4.2 Better Workforce Oversight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Improves staffing visibility, approvals, payroll coordination, and training readiness.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4. County-Level Value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111827"/>
                </a:solidFill>
              </a:rPr>
              <a:t>4.3 Better Service Delivery Monitoring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Enables clearer visibility into appointments, diagnostics turnaround, pharmacy linkage, and patient movement.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4. County-Level Value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111827"/>
                </a:solidFill>
              </a:rPr>
              <a:t>4.4 Stronger Referral Continuity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Supports smoother patient transfer and follow-up across hospitals and community teams.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4. County-Level Value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111827"/>
                </a:solidFill>
              </a:rPr>
              <a:t>4.5 Better Governance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Adds auditability, role controls, and operational evidence for accountability.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5. Example County Use Cases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County referral hospital operations management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Sub-county and county hospital coordination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Staffing and approval workflows across facilities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5. Example County Use Cases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Lab, imaging, and pharmacy service monitoring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Community follow-up and referral closure support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Operational readiness and incident visibility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5. Example County Use Cases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County performance reporting and benchmarking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6. Key Capabilities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includes: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Multi-role dashboard architecture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Operational workflows across clinical and administrative teams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6. Key Capabilities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Audit and route-governance patterns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Launch readiness and training playbooks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Offline operations monitoring support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6. Key Capabilities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Observability and resilience planning assets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7. Implementation Model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111827"/>
                </a:solidFill>
              </a:rPr>
              <a:t>Stage 1 — County Discovery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Select pilot facilities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08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Map top operational pain points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7. Implementation Model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Define workflow and reporting priorities</a:t>
            </a:r>
            <a:endParaRPr lang="en-US" sz="1400" dirty="0"/>
          </a:p>
        </p:txBody>
      </p:sp>
      <p:sp>
        <p:nvSpPr>
          <p:cNvPr id="10" name="H310"/>
          <p:cNvSpPr txBox="1"/>
          <p:nvPr/>
        </p:nvSpPr>
        <p:spPr>
          <a:xfrm>
            <a:off x="800000" y="176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111827"/>
                </a:solidFill>
              </a:rPr>
              <a:t>Stage 2 — Pilot Rollout</a:t>
            </a:r>
            <a:endParaRPr lang="en-US" sz="16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08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Deploy in selected hospitals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7. Implementation Model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Train key users and administrators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Track operational KPIs and adoption</a:t>
            </a:r>
            <a:endParaRPr lang="en-US" sz="1400" dirty="0"/>
          </a:p>
        </p:txBody>
      </p:sp>
      <p:sp>
        <p:nvSpPr>
          <p:cNvPr id="11" name="H311"/>
          <p:cNvSpPr txBox="1"/>
          <p:nvPr/>
        </p:nvSpPr>
        <p:spPr>
          <a:xfrm>
            <a:off x="800000" y="212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111827"/>
                </a:solidFill>
              </a:rPr>
              <a:t>Stage 3 — County Scale-Up</a:t>
            </a:r>
            <a:endParaRPr lang="en-US" sz="16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7. Implementation Model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Expand to additional facilities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Standardize workflows across departments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Introduce county command-center and benchmarking layers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8. Expected Outcomes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Projected outcomes include: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Faster approvals and staffing coordination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Improved patient throughput visibility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8. Expected Outcomes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Better referral and transfer continuity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Reduced administrative fragmentation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Stronger audit and reporting readiness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8. Expected Outcomes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Better county oversight across facilities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9. Partnership Request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We are seeking: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County government pilot sponsorship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Access to selected pilot hospitals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9. Partnership Request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Collaboration with county health leadership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Workflow validation with facility administrators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Support for phased rollout and training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10. Development Status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currently demonstrates: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Role-based workflow coverage across major hospital functions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Documentation for training, readiness, and governance execution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10. Development Status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Planning for continuity-aware interoperability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Foundations for future advanced analytics and AI-assisted operations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11. Roadmap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2026 — County pilot launch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2027 — Multi-facility rollout and workflow standardization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2028 — County command-center analytics and broader health network integration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11. Roadmap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2029 — Replication across additional counties and healthcare groups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County Government Partnership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7C2D12"/>
                </a:solidFill>
              </a:rPr>
              <a:t>12. Closing Statement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offers county governments a practical path to modernize hospital coordination, workforce administration, and patient continuity through one operational platform.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We welcome the opportunity to partner on a county-level pilot and build a scalable digital health operations model together.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fyaLink Theme">
  <a:themeElements>
    <a:clrScheme name="Custom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F766E"/>
      </a:accent1>
      <a:accent2>
        <a:srgbClr val="14B8A6"/>
      </a:accent2>
      <a:accent3>
        <a:srgbClr val="1D4ED8"/>
      </a:accent3>
      <a:accent4>
        <a:srgbClr val="166534"/>
      </a:accent4>
      <a:accent5>
        <a:srgbClr val="DC2626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AfyaLink Proposal Deck</dc:title>
  <dc:creator>OpenAI Codex</dc:creator>
</cp:coreProperties>
</file>