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 type="screen16x9"/>
  <p:notesSz cx="6858000" cy="9144000"/>
  <p:defaultTextStyle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p:tblStyleLst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ro"/>
          <p:cNvSpPr/>
          <p:nvPr/>
        </p:nvSpPr>
        <p:spPr>
          <a:xfrm>
            <a:off x="530000" y="420000"/>
            <a:ext cx="11100000" cy="1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"/>
          <p:cNvSpPr/>
          <p:nvPr/>
        </p:nvSpPr>
        <p:spPr>
          <a:xfrm>
            <a:off x="530000" y="2600000"/>
            <a:ext cx="11100000" cy="12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bbonBlack"/>
          <p:cNvSpPr/>
          <p:nvPr/>
        </p:nvSpPr>
        <p:spPr>
          <a:xfrm>
            <a:off x="0" y="6598000"/>
            <a:ext cx="12192000" cy="7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ibbonRed"/>
          <p:cNvSpPr/>
          <p:nvPr/>
        </p:nvSpPr>
        <p:spPr>
          <a:xfrm>
            <a:off x="0" y="6688000"/>
            <a:ext cx="12192000" cy="7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ibbonGreen"/>
          <p:cNvSpPr/>
          <p:nvPr/>
        </p:nvSpPr>
        <p:spPr>
          <a:xfrm>
            <a:off x="0" y="6778000"/>
            <a:ext cx="12192000" cy="7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rand"/>
          <p:cNvSpPr txBox="1"/>
          <p:nvPr/>
        </p:nvSpPr>
        <p:spPr>
          <a:xfrm>
            <a:off x="900000" y="700000"/>
            <a:ext cx="25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FFFFFF"/>
                </a:solidFill>
              </a:rPr>
              <a:t>AFYALINK</a:t>
            </a:r>
            <a:endParaRPr lang="en-US" sz="2400" dirty="0"/>
          </a:p>
        </p:txBody>
      </p:sp>
      <p:sp>
        <p:nvSpPr>
          <p:cNvPr id="9" name="Title"/>
          <p:cNvSpPr txBox="1"/>
          <p:nvPr/>
        </p:nvSpPr>
        <p:spPr>
          <a:xfrm>
            <a:off x="900000" y="1150000"/>
            <a:ext cx="9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smtClean="0" b="1">
                <a:solidFill>
                  <a:srgbClr val="FFFFFF"/>
                </a:solidFill>
              </a:rPr>
              <a:t>AFYALINK</a:t>
            </a:r>
            <a:endParaRPr lang="en-US" sz="2800" dirty="0"/>
          </a:p>
        </p:txBody>
      </p:sp>
      <p:sp>
        <p:nvSpPr>
          <p:cNvPr id="10" name="Subtitle"/>
          <p:cNvSpPr txBox="1"/>
          <p:nvPr/>
        </p:nvSpPr>
        <p:spPr>
          <a:xfrm>
            <a:off x="900000" y="1800000"/>
            <a:ext cx="90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700" dirty="0" smtClean="0">
                <a:solidFill>
                  <a:srgbClr val="CBD5E1"/>
                </a:solidFill>
              </a:rPr>
              <a:t>Kenya Ministry of Health Partnership</a:t>
            </a:r>
            <a:endParaRPr lang="en-US" sz="1700" dirty="0"/>
          </a:p>
        </p:txBody>
      </p:sp>
      <p:sp>
        <p:nvSpPr>
          <p:cNvPr id="11" name="Deck"/>
          <p:cNvSpPr txBox="1"/>
          <p:nvPr/>
        </p:nvSpPr>
        <p:spPr>
          <a:xfrm>
            <a:off x="900000" y="2850000"/>
            <a:ext cx="30000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FFFFFF"/>
                </a:solidFill>
              </a:rPr>
              <a:t>AfyaLink proposal deck</a:t>
            </a:r>
            <a:endParaRPr lang="en-US" sz="1600" dirty="0"/>
          </a:p>
        </p:txBody>
      </p:sp>
      <p:sp>
        <p:nvSpPr>
          <p:cNvPr id="12" name="Founder"/>
          <p:cNvSpPr txBox="1"/>
          <p:nvPr/>
        </p:nvSpPr>
        <p:spPr>
          <a:xfrm>
            <a:off x="900000" y="4200000"/>
            <a:ext cx="4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JOSEPH OGWE WERE
Founder &amp; CEO
0712462780
werejosephogwe@gmail.com</a:t>
            </a:r>
            <a:endParaRPr lang="en-US" sz="1400" dirty="0"/>
          </a:p>
        </p:txBody>
      </p:sp>
      <p:sp>
        <p:nvSpPr>
          <p:cNvPr id="13" name="Company"/>
          <p:cNvSpPr txBox="1"/>
          <p:nvPr/>
        </p:nvSpPr>
        <p:spPr>
          <a:xfrm>
            <a:off x="6200000" y="4200000"/>
            <a:ext cx="42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AfyaLink by Goldege
0740564077
goldegelabs@gmail.com
Nairobi, Kenya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Kenya Ministry of Health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AfyaLink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Integrated Hospital Operations, Workforce, and Patient Continuity Platform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Kenya Ministry of Health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a healthcare operations platform designed to connect hospital administration, clinical workflows, workforce management, diagnostics, pharmacy, billing, and inter-facility continuity in one system.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It brings together HRMS, hospital workflows, compliance controls, multi-role dashboards, and health-data interoperability so hospitals can reduce fragmentation, improve patient flow, and strengthen service delivery.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Kenya Ministry of Health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 partnership with the Government of Kenya and public health institutions to pilot AfyaLink as a digital operations backbone for hospitals, counties, and referral networks.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1. Vision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To help Kenya build a modern, interoperable, and locally adaptable digital health operations platform that improves care delivery, workforce efficiency, and accountability across public and private health facilities.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2.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Many health facilities still operate through fragmented systems and manual coordination, leading to: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Delayed patient movement across departments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Weak workforce scheduling and approval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2.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Poor visibility into hospital performance and bottlenecks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Fragmented lab, pharmacy, imaging, billing, and referral processes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Limited continuity across hospitals and community follow-up teams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2. Problem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Audit, compliance, and reporting gaps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Without a unified operational layer, hospitals lose time, revenue, and clinical coordination quality.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3. Our Solution — AfyaLink Platform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unifies hospital operations through: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Role-based dashboards for admins, doctors, nurses, lab, pharmacy, HR, payroll, security, community health workers, and patients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Appointment, consultation, admission, and referral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3. Our Solution — AfyaLink Platform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HR and payroll operations for healthcare teams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Pharmacy, lab, radiology, therapy, and front-desk modules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 logs, access governance, and readiness controls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3. Our Solution — AfyaLink Platform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Interoperability support for structured exchange workflows including FHIR/HL7-aligned transfers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This creates one operational command layer for healthcare delivery rather than many disconnected tools.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4.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4.1 End-to-End Hospital Operations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patient flow from booking and reception to consultation, diagnostics, medication, follow-up, and transfer continuity.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4.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4.2 Workforce and HR Management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Enables staff registration, approvals, leave flows, training readiness, payroll support, and performance visibility.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4.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4.3 Multi-Hospital Administration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hospital groups, branch-level oversight, and transfer-aware workflows for continuity between facilities.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4.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4.4 Compliance and Control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Includes auditability, route access governance, feature controls, readiness gates, backup/failover planning, and operational evidence packs.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4.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4.5 Offline and Resilience Readiness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Includes offline operations monitoring, operational drill support, and observability assets for resilient healthcare delivery.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5. National Strategic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5.1 Better Public Hospital Efficiency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Improves queue management, staff coordination, departmental throughput, and response times.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5. National Strategic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5.2 Stronger Patient Continuity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better referrals, transfer packages, and follow-up visibility across facilities.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5. National Strategic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5.3 Workforce Accountability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Gives administrators clearer staffing, approvals, training, payroll, and audit visibility.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5. National Strategic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5.4 Digital Health Standardization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Helps establish repeatable hospital operating models that can scale county by county.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5. National Strategic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5.5 Local Adaptability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Built around Kenyan healthcare operational realities, including multi-role hospital workflows and low-friction administration.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6. Public-Sector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referral hospital operations management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National and county hospital workforce administration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Public hospital queue and appointment optimization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6. Public-Sector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Pharmacy and diagnostics turnaround monitoring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Community health worker follow-up coordination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Government hospital registry and verification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6. Public-Sector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Regulatory and operational reporting support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7. Security, Governance, and Readiness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includes: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Role-aware access controls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 logs and traceability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7. Security, Governance, and Readiness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Operational readiness gates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Pre-production verification workflows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Disaster recovery drill support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7. Security, Governance, and Readiness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Observability dashboards and alerting assets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Consent-scoped and transfer-aware data continuity patterns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8. Pilot Deployment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1 — Pilot Hospitals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One national referral hospital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One county referral hospital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8. Pilot Deployment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One private or faith-based partner facility</a:t>
            </a:r>
            <a:endParaRPr lang="en-US" sz="1400" dirty="0"/>
          </a:p>
        </p:txBody>
      </p:sp>
      <p:sp>
        <p:nvSpPr>
          <p:cNvPr id="10" name="H310"/>
          <p:cNvSpPr txBox="1"/>
          <p:nvPr/>
        </p:nvSpPr>
        <p:spPr>
          <a:xfrm>
            <a:off x="800000" y="176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2 — County Expansion</a:t>
            </a:r>
            <a:endParaRPr lang="en-US" sz="16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Multi-facility rollout within selected counties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8. Pilot Deployment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Department-by-department onboarding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Readiness, training, and compliance standardization</a:t>
            </a:r>
            <a:endParaRPr lang="en-US" sz="1400" dirty="0"/>
          </a:p>
        </p:txBody>
      </p:sp>
      <p:sp>
        <p:nvSpPr>
          <p:cNvPr id="11" name="H311"/>
          <p:cNvSpPr txBox="1"/>
          <p:nvPr/>
        </p:nvSpPr>
        <p:spPr>
          <a:xfrm>
            <a:off x="800000" y="212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3 — National Network</a:t>
            </a:r>
            <a:endParaRPr lang="en-US" sz="16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8. Pilot Deployment Proposal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Wider public hospital adoption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Inter-facility continuity and transfer exchange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Operational benchmarking and command-center visibility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9. Expected Impact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Projected benefits include: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Faster patient throughput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Lower operational fragmentation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9. Expected Impact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Better staffing visibility and approval turnaround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Improved diagnostics and pharmacy coordination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More reliable referral continuity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9. Expected Impact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Stronger reporting and compliance readiness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10. Partnership Request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Ministry of Health pilot collaboration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health deployment partners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10. Partnership Request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Public hospital pilot sites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Regulatory and interoperability guidance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Innovation support for phased rollout and training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11.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currently demonstrates: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Multi-role dashboard architecture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Clinical and hospital-admin workflow modules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11.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Compliance/readiness automation assets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Observability and DR support materials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Interoperability planning for continuity and referral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11.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AI integration groundwork through NeuroEdge-linked gateway documentation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2026 — Pilot deployment and workflow hardening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2027 — Multi-county operational rollout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2028 — National interoperability and command-center scaling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2029 — Regional expansion for East African healthcare groups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Kenya Ministry of Health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0F766E"/>
                </a:solidFill>
              </a:rPr>
              <a:t>13. Closing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represents an opportunity to modernize hospital operations in Kenya through a unified platform for workforce, care delivery, diagnostics, governance, and continuity.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invite the Ministry of Health, county governments, and public institutions to partner with us in piloting and scaling this healthcare operations platform.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yaLink Theme">
  <a:themeElements>
    <a:clrScheme name="Custom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14B8A6"/>
      </a:accent2>
      <a:accent3>
        <a:srgbClr val="1D4ED8"/>
      </a:accent3>
      <a:accent4>
        <a:srgbClr val="166534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AfyaLink Proposal Deck</dc:title>
  <dc:creator>OpenAI Codex</dc:creator>
</cp:coreProperties>
</file>