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59" d="100"/>
          <a:sy n="59" d="100"/>
        </p:scale>
        <p:origin x="940" y="5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310033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146073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107661" name="Google Shape;81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268100978" name="Google Shape;82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726502" name="Google Shape;122;p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436430003" name="Google Shape;123;p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710707" name="Google Shape;122;p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24029616" name="Google Shape;123;p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436200" name="Google Shape;122;p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622521119" name="Google Shape;123;p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417520" name="Google Shape;122;p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726452319" name="Google Shape;123;p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83AC5A-7058-AE8F-3268-F43EEBBAB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374762" name="Google Shape;12;p1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7769072" name="Google Shape;13;p1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4827987" name="Google Shape;14;p1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704065" name="Google Shape;28;p16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2260985" name="Google Shape;29;p16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8569253" name="Google Shape;30;p1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417285" name="Google Shape;31;p1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1299500" name="Google Shape;32;p1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609100" name="Google Shape;62;p21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6248685" name="Google Shape;63;p21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83353080" name="Google Shape;64;p21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837164420" name="Google Shape;65;p2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63343" name="Google Shape;66;p2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4941780" name="Google Shape;67;p2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776330" name="Google Shape;69;p22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7871962" name="Google Shape;70;p2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9564639" name="Google Shape;71;p2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5269708" name="Google Shape;72;p2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8985361" name="Google Shape;73;p2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134642" name="Google Shape;75;p23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8013306" name="Google Shape;76;p23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8635653" name="Google Shape;77;p2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0909987" name="Google Shape;78;p2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8106960" name="Google Shape;79;p2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0096" name="Google Shape;6;p12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109045835" name="Google Shape;7;p12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30183042" name="Google Shape;8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16493235" name="Google Shape;9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12402627" name="Google Shape;10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800942" name="Google Shape;84;p1"/>
          <p:cNvSpPr/>
          <p:nvPr/>
        </p:nvSpPr>
        <p:spPr bwMode="auto">
          <a:xfrm>
            <a:off x="690575" y="3212686"/>
            <a:ext cx="6733481" cy="3122799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9762477" name="Google Shape;85;p1"/>
          <p:cNvSpPr/>
          <p:nvPr/>
        </p:nvSpPr>
        <p:spPr bwMode="auto">
          <a:xfrm>
            <a:off x="417099" y="2951750"/>
            <a:ext cx="7006957" cy="31125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9630082" name="Google Shape;86;p1"/>
          <p:cNvSpPr txBox="1"/>
          <p:nvPr/>
        </p:nvSpPr>
        <p:spPr bwMode="auto">
          <a:xfrm>
            <a:off x="638299" y="3027949"/>
            <a:ext cx="5993939" cy="91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sz="2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AFYALINK HEALTHCARE MANAGEMENT SYSTEM</a:t>
            </a:r>
            <a:endParaRPr sz="2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57275992" name="Google Shape;87;p1"/>
          <p:cNvSpPr txBox="1"/>
          <p:nvPr/>
        </p:nvSpPr>
        <p:spPr bwMode="auto">
          <a:xfrm flipH="0" flipV="0">
            <a:off x="638299" y="3942679"/>
            <a:ext cx="6001139" cy="792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spAutoFit/>
          </a:bodyPr>
          <a:lstStyle/>
          <a:p>
            <a:pPr marL="0" marR="0" indent="0">
              <a:defRPr/>
            </a:pPr>
            <a:r>
              <a:rPr sz="20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JOSEPH OGWE WERE</a:t>
            </a:r>
            <a:br>
              <a:rPr sz="20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</a:br>
            <a:r>
              <a:rPr sz="20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DCS-03-8586/2024</a:t>
            </a:r>
            <a:endParaRPr sz="2000">
              <a:solidFill>
                <a:schemeClr val="bg1"/>
              </a:solidFill>
            </a:endParaRPr>
          </a:p>
        </p:txBody>
      </p:sp>
      <p:sp>
        <p:nvSpPr>
          <p:cNvPr id="1610709160" name="Google Shape;89;p1"/>
          <p:cNvSpPr txBox="1"/>
          <p:nvPr/>
        </p:nvSpPr>
        <p:spPr bwMode="auto">
          <a:xfrm>
            <a:off x="638299" y="4613949"/>
            <a:ext cx="5995379" cy="488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sz="20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Mr. Nicholas Kavoi</a:t>
            </a:r>
            <a:r>
              <a:rPr sz="1200" b="0" i="0" u="none">
                <a:solidFill>
                  <a:srgbClr val="212529"/>
                </a:solidFill>
                <a:latin typeface="Liberation Sans"/>
                <a:ea typeface="Liberation Sans"/>
                <a:cs typeface="Liberation Sans"/>
              </a:rPr>
              <a:t> </a:t>
            </a:r>
            <a:endParaRPr sz="20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</a:endParaRPr>
          </a:p>
        </p:txBody>
      </p:sp>
      <p:pic>
        <p:nvPicPr>
          <p:cNvPr id="1534891302" name="Google Shape;90;p1"/>
          <p:cNvPicPr/>
          <p:nvPr/>
        </p:nvPicPr>
        <p:blipFill rotWithShape="1">
          <a:blip r:embed="rId4">
            <a:alphaModFix/>
          </a:blip>
          <a:srcRect l="0" t="11299" r="0" b="11307"/>
          <a:stretch/>
        </p:blipFill>
        <p:spPr bwMode="auto">
          <a:xfrm>
            <a:off x="74199" y="6064250"/>
            <a:ext cx="3961498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746255" name="Google Shape;125;p4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pPr>
            <a:r>
              <a:rPr lang="en-US"/>
              <a:t>Introduction</a:t>
            </a:r>
            <a:endParaRPr/>
          </a:p>
        </p:txBody>
      </p:sp>
      <p:sp>
        <p:nvSpPr>
          <p:cNvPr id="1877541335" name="Google Shape;126;p4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endParaRPr/>
          </a:p>
        </p:txBody>
      </p:sp>
      <p:sp>
        <p:nvSpPr>
          <p:cNvPr id="1909500862" name="Google Shape;127;p4"/>
          <p:cNvSpPr/>
          <p:nvPr/>
        </p:nvSpPr>
        <p:spPr bwMode="auto">
          <a:xfrm>
            <a:off x="393025" y="232600"/>
            <a:ext cx="6063900" cy="390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583972" name="Google Shape;125;p4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pPr>
            <a:r>
              <a:rPr lang="en-US"/>
              <a:t>Problem Statement</a:t>
            </a:r>
            <a:endParaRPr/>
          </a:p>
        </p:txBody>
      </p:sp>
      <p:sp>
        <p:nvSpPr>
          <p:cNvPr id="1676778389" name="Google Shape;126;p4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endParaRPr/>
          </a:p>
        </p:txBody>
      </p:sp>
      <p:sp>
        <p:nvSpPr>
          <p:cNvPr id="1821668426" name="Google Shape;127;p4"/>
          <p:cNvSpPr/>
          <p:nvPr/>
        </p:nvSpPr>
        <p:spPr bwMode="auto">
          <a:xfrm>
            <a:off x="393025" y="232600"/>
            <a:ext cx="6063900" cy="390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044744" name="Google Shape;125;p4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pPr>
            <a:r>
              <a:rPr lang="en-US"/>
              <a:t>Justification</a:t>
            </a:r>
            <a:endParaRPr/>
          </a:p>
        </p:txBody>
      </p:sp>
      <p:sp>
        <p:nvSpPr>
          <p:cNvPr id="1073759294" name="Google Shape;126;p4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endParaRPr/>
          </a:p>
        </p:txBody>
      </p:sp>
      <p:sp>
        <p:nvSpPr>
          <p:cNvPr id="166337387" name="Google Shape;127;p4"/>
          <p:cNvSpPr/>
          <p:nvPr/>
        </p:nvSpPr>
        <p:spPr bwMode="auto">
          <a:xfrm>
            <a:off x="393025" y="232600"/>
            <a:ext cx="6063900" cy="390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769892" name="Google Shape;125;p4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pPr>
            <a:r>
              <a:rPr lang="en-US"/>
              <a:t>Objectives</a:t>
            </a:r>
            <a:endParaRPr/>
          </a:p>
        </p:txBody>
      </p:sp>
      <p:sp>
        <p:nvSpPr>
          <p:cNvPr id="1588328553" name="Google Shape;126;p4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r>
              <a:rPr lang="en-US"/>
              <a:t>General Objective</a:t>
            </a:r>
            <a:endParaRPr/>
          </a:p>
          <a:p>
            <a:pPr marL="7493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romanLcPeriod"/>
              <a:defRPr/>
            </a:pP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r>
              <a:rPr lang="en-US"/>
              <a:t>Specific Objectives</a:t>
            </a:r>
            <a:endParaRPr/>
          </a:p>
          <a:p>
            <a:pPr marL="7493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romanLcPeriod"/>
              <a:defRPr/>
            </a:pPr>
            <a:endParaRPr lang="en-US"/>
          </a:p>
          <a:p>
            <a:pPr marL="7493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romanLcPeriod"/>
              <a:defRPr/>
            </a:pPr>
            <a:endParaRPr lang="en-US"/>
          </a:p>
          <a:p>
            <a:pPr marL="749300" lvl="0" indent="-571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romanLcPeriod"/>
              <a:defRPr/>
            </a:pPr>
            <a:endParaRPr/>
          </a:p>
        </p:txBody>
      </p:sp>
      <p:sp>
        <p:nvSpPr>
          <p:cNvPr id="778862423" name="Google Shape;127;p4"/>
          <p:cNvSpPr/>
          <p:nvPr/>
        </p:nvSpPr>
        <p:spPr bwMode="auto">
          <a:xfrm>
            <a:off x="393025" y="232600"/>
            <a:ext cx="6063900" cy="390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3411058" name="Pictur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Joseph O. Kwendo</dc:creator>
  <cp:lastModifiedBy/>
  <cp:revision>8</cp:revision>
  <dcterms:created xsi:type="dcterms:W3CDTF">2025-01-20T11:31:07Z</dcterms:created>
  <dcterms:modified xsi:type="dcterms:W3CDTF">2026-07-21T05:47:16Z</dcterms:modified>
</cp:coreProperties>
</file>